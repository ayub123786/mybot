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  <p:sldId xmlns:r="http://schemas.openxmlformats.org/officeDocument/2006/relationships" id="257" r:id="rId2"/>
  </p:sldIdLst>
</p:presentation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ApexFlow AI Executive Pitch Deck</a:t>
            </a:r>
          </a:p>
          <a:p>
            <a:r>
              <a:t>Autonomous Workflow Synthesis Platform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Financial Highlights &amp; Unit Economics</a:t>
            </a:r>
          </a:p>
          <a:p>
            <a:r>
              <a:t>142% Year-over-Year ARR Expansion to $3.2M</a:t>
            </a:r>
          </a:p>
        </p:txBody>
      </p:sp>
    </p:spTree>
  </p:cSld>
</p:sld>
</file>